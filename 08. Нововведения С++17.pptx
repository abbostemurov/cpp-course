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8" r:id="rId11"/>
    <p:sldId id="295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270" r:id="rId21"/>
    <p:sldId id="30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775B-3B41-0CC8-AE63-663706AF0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47E6D-18D3-3F01-8ADC-479D1D877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20B0F-A8BE-95E8-8FF4-347AEA30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A48B-4F8E-9356-805A-EAFDD98D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C28A2-1906-F2D2-36A3-20B5BAC7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7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454D-8D4F-4297-D250-EB7FF2C2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7759D-3994-6189-19A2-9A105E4A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31D16-A041-C033-FFF4-99DF9D82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80688-585C-4F86-CE49-CA85260B7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5B10E-8818-63F5-F9F3-AD4C86CF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6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CDFB-68E7-61AD-1B0F-91890182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16EA6-9354-0CFC-A5C1-B2BF2C15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40465-B717-D1AE-24F7-87C003AA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4B8A4-DEB6-496E-8036-F2D5A313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DF22A-682F-7B1E-9580-BCF07EF7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9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F72AB-4656-C737-DD99-4E56B4D2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06E8F-D700-2A04-31BA-061CC7BE8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69F75-7E03-7D12-C0FF-613C424A2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C99FE-5E12-6DF7-20B6-0BF9C524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5A980-2DD0-8F02-0DBB-64A0FA6C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26AA0-AE02-2794-9D5B-CC2E54ED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4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1DCC-F13F-97C9-7C6D-1B0761A0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71423-D54A-315A-5F3F-FDA58EBEF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F785F-69B9-9826-C6EB-DF8233F72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0AE8A-8CCF-B308-3DD7-57444AE82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BE729-FCC2-C9F8-7C94-AA9989850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4998D-903A-EEB6-7832-85EDCB5F3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ACD07-6D70-FDB5-4A1D-2447E973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114CB-562F-BA65-4AEA-32ADE60E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0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43D4-F422-B55F-4111-4B639E40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432867-7EC2-7831-D9BD-AF880B05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750C5-9E01-D468-C4F5-445348A68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2FE5E-8092-A682-4D92-792265B3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39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C6BE3-BC62-65C9-BE1C-0F6F1D0D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47F65-2C5B-089E-F65B-C507A6432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BB08F-A3C5-66B8-B812-8165F058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5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CE71F-DA3E-5CD8-A6FD-06492FA3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315A0-006F-3FA4-F208-2102AE2FE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09AFC-2278-2B1E-3C67-3EB0876F5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29F38-98C5-5871-A5DA-4A54DF5D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351C2-0664-1C08-6A68-B351AF43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6B23E-8ECC-B2E1-5699-FF08CA8C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4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1B4A-95C7-825A-AA0A-4591EF23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8EE2D4-98BF-185A-84E3-58907A454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E17FF-F007-FEE4-44B2-5659362C6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B064F-FCD0-0524-CA79-475340EB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60E0B-0EAE-79D0-14C3-FABA8BD2F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AA963-05F4-68B4-C20E-99708D67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C4EF-F9AD-E2EC-D03C-8EFFC4DC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F2BA4-CA0C-FAFD-F86E-AD0117213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DBA5E-4422-8B52-985A-1ED916C38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71EFD-3316-3906-0D7D-EB8DBAB1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6E655-238C-5649-AEBC-D4F63555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8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7B712-B722-C8CE-6C2C-BDC185E40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4E8B3-67D0-7294-F1FE-BA67EF469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57C04-96CF-F42D-7CEE-345D4EE1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56A5A-1D14-D7A5-451B-F0C32A46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739D8-A975-C054-B345-A6050713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8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1BF3F-6DAD-E2A7-C7BB-1533E673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4A0C8-1354-7170-FE05-50822BAD6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344A3-7F69-3F0D-EA9C-9FBFA374F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08354-7BDC-2C40-A7AE-B90D7726168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14C9B-69D7-E1C3-FA00-D9CCA13D7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D166B-C045-8E23-C694-03F1B30AD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8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0317-55A1-C92F-0FA2-A282BB624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43269-3229-C44E-8DA8-E7265E42D8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Нововведения С++1</a:t>
            </a:r>
            <a:r>
              <a:rPr lang="en-US" dirty="0"/>
              <a:t>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143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E6598-D2C8-ECD1-7895-7E1927B1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Структурные привязки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5FB15-BDBA-2B6F-DC3B-3C320FF6F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8494"/>
            <a:ext cx="6261100" cy="41656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DCB230-C749-C4E3-C227-5EF978BB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983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7A23-0C44-CF68-99E7-5D42FD9DD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A868-257C-2FC6-A46B-AC40C3A6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constexpr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83299-5903-3379-EA2B-3CEF0C25A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E1224-0AA8-01CC-6D1F-A63706843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4294"/>
            <a:ext cx="55245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0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D70E-A806-8595-B30F-9D614007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876B-7B62-EA52-DA42-64FDD5F07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if/switch + 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38C52-783A-A870-CB0C-517F7CBD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C46A6-EABF-D006-4E15-6EC8A123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3644"/>
            <a:ext cx="48133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7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D920-E8C3-3314-618F-1653F831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C89C-5E69-0DD3-FAF4-B41A8BA7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Свертка пакетов шаблонных параметров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21A4E-1C96-05AC-F8BE-E1584AD8B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19E88-C8AB-6165-6DC5-4DDE51179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8594"/>
            <a:ext cx="60071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6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92ED-8273-3D64-F418-1908A38F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D02A-D7D3-468F-E026-1F1B1053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Подсказки шаблонам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18E6-CC2A-1B4B-7BEB-BBC05B0DE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01DA5-1102-88B7-B47B-739717BDB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8594"/>
            <a:ext cx="74168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31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2343-AF06-1FD1-DE06-1429CF90C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A0EB-0E29-B2FA-9996-C1E78DC7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inline-</a:t>
            </a:r>
            <a:r>
              <a:rPr lang="ru-RU" dirty="0"/>
              <a:t>переменные в заголовках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E96F4-FAF4-71C1-F858-87128EF1B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69236-6D29-B93C-E91F-BCAC23897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25750"/>
            <a:ext cx="45974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80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2A05-7C07-F70C-6A3B-B543BDD3D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BFAF-616B-F9CF-933F-E6D716CD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r>
              <a:rPr lang="en-US" dirty="0"/>
              <a:t> +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2360-0458-5057-9B54-D4318E3FB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43EF3-C733-8409-0856-81B2AD2AF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26644"/>
            <a:ext cx="50292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2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60BA-9716-22FD-D06B-EBEE676B4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5608-335F-37F2-E543-BC45D983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Избегание копирования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7DE82-B357-1700-C551-ADD2E7367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E0E4A-E79E-C471-2F7D-F7D89842A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7968"/>
            <a:ext cx="7772400" cy="196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23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0E628-8E63-DE13-DFF7-1BF1DB7C1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9E59D-1DFD-95F5-7EF1-98BAEE8EF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компилятора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CD886-1AF9-9D06-65D7-6DB9EF73F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61F5B-3F11-420F-50BC-0329F0CAD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6444"/>
            <a:ext cx="75565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3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B5FD-1786-26F2-1C84-FA68BA1A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6703-D8E9-A5AF-A0F8-7C0F2B56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std::byte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2DE5-917E-AC9C-DA76-56009B9A5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AC05E-5ABD-AA41-4ADD-B1BE4A5B4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2144"/>
            <a:ext cx="39497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5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D3B3A-F4B8-A5FF-48CF-75E2A92F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0CCDB-390B-9CDB-FE1F-2FE1B07A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0140-0CE1-D3EB-8E51-8448D4EB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23DD9-5FDB-4B41-E161-B98A399D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2794"/>
            <a:ext cx="51562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74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456A-D36F-1372-2852-7CA25E23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65335-04A7-CE0B-C689-459C364E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F06F-EE8F-1EE7-7163-C58D361B4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AAD51-9137-3BAA-1828-FD56C3F7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0644"/>
            <a:ext cx="60706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01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DB61-E970-51A9-918E-B891A535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A8FF5-8395-C96D-4057-4095DC85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string_view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CE8AB-31CF-1308-60B9-CD79BAA01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5E7422-1E55-F766-4AB1-5C6E77C31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6344"/>
            <a:ext cx="55499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1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39C5F-6571-A0D5-CAC5-18635CB8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C240-0F99-D0CB-0BBD-16F60511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0100-A654-B774-A785-6556AD0C7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74A9B-209B-2729-84B1-E9639A5D1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2794"/>
            <a:ext cx="54356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40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D4AC7-C20E-717F-A2BF-71CD527E6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4A068-F4D4-BCB8-197F-6568EA4B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std::execution::par (Parallel)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65AF-1643-43FB-85E5-E3235E8A5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E05FF-8C7A-1848-585D-B56F93F8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1494"/>
            <a:ext cx="57277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95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98449-3834-1555-F36D-5DB3E03A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5F91-A892-897D-85F7-B80E7233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pmr</a:t>
            </a:r>
            <a:r>
              <a:rPr lang="en-US" dirty="0"/>
              <a:t> (Polymorphic Memory Resources)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9EF46-3873-956D-5AF8-64211C40D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61AB0-69D5-5CAD-58FE-647201F4D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88394"/>
            <a:ext cx="69723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746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ABFE-9127-AE7D-3E70-D5BE3D699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8C69-9AF5-EC95-ED6C-D5A508BF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scoped_lock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8008B-6AB2-061C-F00A-23DCB9C74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EEA26-FF69-1180-DD34-C3E1E718E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55144"/>
            <a:ext cx="5829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61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0275-67B0-0FA8-3639-18BBC7F27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9E40-94FD-3D71-369A-ECB1B718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shared_muted</a:t>
            </a:r>
            <a:r>
              <a:rPr lang="en-US" dirty="0"/>
              <a:t> &amp; std::</a:t>
            </a:r>
            <a:r>
              <a:rPr lang="en-US" dirty="0" err="1"/>
              <a:t>shared_lock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6516E-587D-63B8-B3BC-E8EB44068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256802-8002-5B25-4AB3-A6AAD415D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1394"/>
            <a:ext cx="34036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58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B41F0-FB58-A368-D9A8-DCE5371F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D40C-AEFA-16DA-40F5-79C48C52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2F804-E540-40F2-CA9F-211CA1003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</a:t>
            </a:r>
            <a:endParaRPr lang="ru-RU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691B7-462C-FAE8-C04C-90DBCB70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6175"/>
            <a:ext cx="54229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44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9510D-E7C2-003A-80A8-2CF8A1A0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D9DC-E40B-B167-2805-914AE032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 другое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A4788-3575-F6E3-DB7F-CFA9529A7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std::clamp(v, lo, hi) </a:t>
            </a:r>
            <a:r>
              <a:rPr lang="en-US" dirty="0"/>
              <a:t>– </a:t>
            </a:r>
            <a:r>
              <a:rPr lang="ru-RU" dirty="0"/>
              <a:t>сатурация: вернет </a:t>
            </a:r>
            <a:r>
              <a:rPr lang="en-US" dirty="0"/>
              <a:t>v, </a:t>
            </a:r>
            <a:r>
              <a:rPr lang="ru-RU" dirty="0"/>
              <a:t>если </a:t>
            </a:r>
            <a:r>
              <a:rPr lang="en-US" dirty="0"/>
              <a:t>lo &lt;= v &lt;= hi, </a:t>
            </a:r>
            <a:r>
              <a:rPr lang="ru-RU" dirty="0"/>
              <a:t>иначе – ближайшее значение к </a:t>
            </a:r>
            <a:r>
              <a:rPr lang="en-US" dirty="0"/>
              <a:t>v </a:t>
            </a:r>
            <a:r>
              <a:rPr lang="ru-RU" dirty="0"/>
              <a:t>из </a:t>
            </a:r>
            <a:r>
              <a:rPr lang="en-US" dirty="0"/>
              <a:t>{lo, hi}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/>
              <a:t>–</a:t>
            </a:r>
            <a:r>
              <a:rPr lang="en-US" dirty="0"/>
              <a:t> </a:t>
            </a:r>
            <a:r>
              <a:rPr lang="ru-RU" dirty="0"/>
              <a:t>наибольший общий делитель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std::lcm </a:t>
            </a:r>
            <a:r>
              <a:rPr lang="ru-RU" dirty="0"/>
              <a:t>– наименьшее общее кратное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std::size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std::empty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std::data </a:t>
            </a:r>
            <a:r>
              <a:rPr lang="en-US" dirty="0"/>
              <a:t>– </a:t>
            </a:r>
            <a:r>
              <a:rPr lang="ru-RU" dirty="0" err="1"/>
              <a:t>аксессоры</a:t>
            </a:r>
            <a:r>
              <a:rPr lang="ru-RU" dirty="0"/>
              <a:t> соответствующих методов в контейнерах </a:t>
            </a:r>
            <a:r>
              <a:rPr lang="en-US" dirty="0"/>
              <a:t>STL</a:t>
            </a:r>
          </a:p>
          <a:p>
            <a:pPr marL="0" indent="0">
              <a:buNone/>
            </a:pPr>
            <a:r>
              <a:rPr lang="en-US" b="1" dirty="0"/>
              <a:t>std::apply </a:t>
            </a:r>
            <a:r>
              <a:rPr lang="en-US" dirty="0"/>
              <a:t>– </a:t>
            </a:r>
            <a:r>
              <a:rPr lang="ru-RU" dirty="0"/>
              <a:t>распаковка </a:t>
            </a:r>
            <a:r>
              <a:rPr lang="en-US" dirty="0"/>
              <a:t>std::tuple </a:t>
            </a:r>
            <a:r>
              <a:rPr lang="ru-RU" dirty="0"/>
              <a:t>в аргументы функции и ее вызов</a:t>
            </a:r>
          </a:p>
          <a:p>
            <a:pPr marL="0" indent="0">
              <a:buNone/>
            </a:pPr>
            <a:r>
              <a:rPr lang="en-US" b="1" dirty="0"/>
              <a:t>std::invoke </a:t>
            </a:r>
            <a:r>
              <a:rPr lang="en-US" dirty="0"/>
              <a:t>– </a:t>
            </a:r>
            <a:r>
              <a:rPr lang="ru-RU" dirty="0"/>
              <a:t>универсальный вызов функций</a:t>
            </a:r>
            <a:r>
              <a:rPr lang="en-US" dirty="0"/>
              <a:t>/</a:t>
            </a:r>
            <a:r>
              <a:rPr lang="ru-RU" dirty="0"/>
              <a:t>функторов</a:t>
            </a:r>
            <a:r>
              <a:rPr lang="en-US" dirty="0"/>
              <a:t>/</a:t>
            </a:r>
            <a:r>
              <a:rPr lang="ru-RU" dirty="0"/>
              <a:t>методов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19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204</Words>
  <Application>Microsoft Macintosh PowerPoint</Application>
  <PresentationFormat>Widescreen</PresentationFormat>
  <Paragraphs>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Office Theme</vt:lpstr>
      <vt:lpstr>Проектирование больших систем на С++</vt:lpstr>
      <vt:lpstr>Структурные привязки</vt:lpstr>
      <vt:lpstr>if constexpr</vt:lpstr>
      <vt:lpstr>if/switch + инициализация</vt:lpstr>
      <vt:lpstr>Свертка пакетов шаблонных параметров</vt:lpstr>
      <vt:lpstr>Подсказки шаблонам</vt:lpstr>
      <vt:lpstr>inline-переменные в заголовках</vt:lpstr>
      <vt:lpstr>constexpr + lambda</vt:lpstr>
      <vt:lpstr>Избегание копирования</vt:lpstr>
      <vt:lpstr>Атрибуты компилятора</vt:lpstr>
      <vt:lpstr>std::byte</vt:lpstr>
      <vt:lpstr>std::variant</vt:lpstr>
      <vt:lpstr>std::any</vt:lpstr>
      <vt:lpstr>std::string_view</vt:lpstr>
      <vt:lpstr>std::filesystem</vt:lpstr>
      <vt:lpstr>std::execution::par (Parallel)</vt:lpstr>
      <vt:lpstr>std::pmr (Polymorphic Memory Resources)</vt:lpstr>
      <vt:lpstr>std::scoped_lock</vt:lpstr>
      <vt:lpstr>std::shared_muted &amp; std::shared_lock</vt:lpstr>
      <vt:lpstr>std::optional</vt:lpstr>
      <vt:lpstr>И другое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22</cp:revision>
  <dcterms:created xsi:type="dcterms:W3CDTF">2026-01-15T16:46:17Z</dcterms:created>
  <dcterms:modified xsi:type="dcterms:W3CDTF">2026-01-15T19:34:01Z</dcterms:modified>
</cp:coreProperties>
</file>