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21CDE-7E03-5B77-721F-EB6BC9381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E2B1C-C1C0-B4DF-6B4D-5785A4B49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9229B-E5B9-3D55-69B6-728325AF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270-F514-B645-A53E-76B2A4A88A60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75F8B-DB10-FD36-5530-C61514AD6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F244A-2C09-A979-E542-CD3AB8093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CD99-4A6B-2A4B-A050-004F61B10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02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42F89-366B-ADC3-BEBD-92CABE44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16998-F864-A94E-05C9-BFA7AF687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017BA-C585-2879-FAA4-A19D7C141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270-F514-B645-A53E-76B2A4A88A60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475AB-6A2A-0CEB-5EF3-F9E5C666C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FAE30-744E-7722-A1B9-2ADB48027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CD99-4A6B-2A4B-A050-004F61B10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5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568BC-72F5-6970-51BA-FB9710DF6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A9D01-619D-0A8B-EDBF-9B05A2BA3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A0009-96F5-31DF-4F41-B845D494A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270-F514-B645-A53E-76B2A4A88A60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B3DFF-DDDE-48B5-9EF6-C964DAC3F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408FA-409F-D107-F902-2D0307AF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CD99-4A6B-2A4B-A050-004F61B10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032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066C5-90F9-1A89-CF6A-CF1A202DF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64268-0EC0-D62B-9A91-CBEB22D046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07202-39F8-323B-EAEC-3FF3E7492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9E1F0-0675-DB93-EDB5-1ED184740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270-F514-B645-A53E-76B2A4A88A60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23405-E168-527D-6DE9-E5881F5E9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EAFA6-7717-86A6-5F51-22D4EBD24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CD99-4A6B-2A4B-A050-004F61B10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551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E7D9F-08F6-C465-4C8A-46EEA6994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FDB3E-A8FB-F6BB-66FD-174B7A1D9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332B8-720B-9160-47AC-E910E6A6F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2B1660-A787-D124-E045-843B25296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1653E1-12E0-DA73-D50F-D6CB5A28CD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E5E287-D04F-16B5-D4CC-078E24FB1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270-F514-B645-A53E-76B2A4A88A60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D2A85D-7E53-6FA4-D47C-00B84821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12469B-AB79-86E8-6406-6D84C2D02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CD99-4A6B-2A4B-A050-004F61B10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43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B9C7-A2A5-2C9E-6240-97C532641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00695A-532A-C219-CEE7-3FDA54B33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270-F514-B645-A53E-76B2A4A88A60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2FD410-CA03-FB43-0BD8-826A658BE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9FD05-07D6-F69D-ED65-AF1541CC4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CD99-4A6B-2A4B-A050-004F61B10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53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6170E-A8B5-F2E6-7525-E1C5E9ADB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270-F514-B645-A53E-76B2A4A88A60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200BC3-2DE7-4807-3DDD-1A1B88091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94136-FB0C-F86D-52D7-CB256BC24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CD99-4A6B-2A4B-A050-004F61B10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79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88488-207C-0D2E-1B37-A87340A14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91CFF-A211-7F5D-A50E-FC7E9191E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EA2F4-24E2-4B93-0F21-A4C881A30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D74AC-2475-913F-5F8A-B17EF5AB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270-F514-B645-A53E-76B2A4A88A60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46F2B-3116-A0D5-9944-A7429AC5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616FD-366A-4A0A-DDEF-44AC3F865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CD99-4A6B-2A4B-A050-004F61B10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83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B4AA-58DC-0354-0680-1849F69C4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F032E3-6094-3468-FAE1-062F7D0D2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FB6C7-D55A-F866-13B2-00FF428AB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58D79-95BA-B8CA-AEE9-AE79180AE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270-F514-B645-A53E-76B2A4A88A60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769C1-6D77-94BF-47BC-6A6BF08EB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218BD-CB0A-0D4F-A871-931DCF45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CD99-4A6B-2A4B-A050-004F61B10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51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E437B-600D-4266-32D3-F7EC4A3D2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D567F-B2AE-8FF7-9F79-B723A8A6A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1F245-974F-2120-7AA8-C0129D70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270-F514-B645-A53E-76B2A4A88A60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E93AD-D5AB-B180-152D-F149C903A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CA556-46BC-9479-A2DA-9215558A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CD99-4A6B-2A4B-A050-004F61B10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1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AF160D-AC62-D257-DE71-07E419A0D2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D7802-AEAF-9247-C07E-47C5FDAAF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C9A92-B0BE-7A2E-E100-B711E593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97270-F514-B645-A53E-76B2A4A88A60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9AB8C-15CF-C0A0-145C-B2BD0BE0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6552C-9650-6D7B-2E16-4B4C2A6A2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CD99-4A6B-2A4B-A050-004F61B10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05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6C28B1-191D-B847-5910-F823D63E9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EC1EF-3D63-F197-81EE-801F45B40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642F7-8012-220F-B12A-2A3526D6D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97270-F514-B645-A53E-76B2A4A88A60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7B5AB-4F86-4721-2B15-F3F8AC48D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6BD71-6F90-B764-9D5E-8B76A9B11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FCD99-4A6B-2A4B-A050-004F61B10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11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E51F0-8D80-4E3A-5282-40B20AAC6E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Проектирование больших систем на С++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DC51A-F5DA-8839-E58F-E651A5DFAF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январь 2026</a:t>
            </a:r>
          </a:p>
          <a:p>
            <a:r>
              <a:rPr lang="en-US" dirty="0"/>
              <a:t>SFINAE &amp;&amp; CRTP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323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D4C03-8C7A-3744-5488-482872EF8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SFINAE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0C12F-8FC5-1210-510A-3F3521CE8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Substitution Failure Is Not An Error </a:t>
            </a:r>
            <a:r>
              <a:rPr lang="en-US" dirty="0"/>
              <a:t>(</a:t>
            </a:r>
            <a:r>
              <a:rPr lang="en-US" b="1" dirty="0"/>
              <a:t>SFINAE</a:t>
            </a:r>
            <a:r>
              <a:rPr lang="en-US" dirty="0"/>
              <a:t>) - </a:t>
            </a:r>
            <a:r>
              <a:rPr lang="ru-RU" dirty="0"/>
              <a:t>ошибка подстановки это вовсе не ошибка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ru-RU" dirty="0"/>
              <a:t>Если при подстановке шаблонных параметров возникает ошибка, то этот шаблон просто исключается из рассмотрения, а компиляция продолжается дальше.</a:t>
            </a:r>
          </a:p>
          <a:p>
            <a:pPr marL="0" indent="0">
              <a:buNone/>
            </a:pPr>
            <a:r>
              <a:rPr lang="ru-RU" dirty="0"/>
              <a:t>Это работает только </a:t>
            </a:r>
            <a:r>
              <a:rPr lang="ru-RU" b="1" dirty="0"/>
              <a:t>во время подстановки шаблонных параметров</a:t>
            </a:r>
            <a:r>
              <a:rPr lang="ru-RU" dirty="0"/>
              <a:t>, а не при общей компиляции тела шаблона.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133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1993-12AF-DD28-2F17-9CF7E98D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выведем?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A66783-7B42-4F6E-6344-6B7BD358C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8C99C117-2A32-9DC8-5903-E0985A0DD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47094"/>
            <a:ext cx="46101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67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B8DA1-1001-C961-C66D-A19044AAC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9BA82-D4B1-81EA-AF88-A62B578B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выведем?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DB9EDB-D134-52AD-5571-9558F07DA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2584BC-7FE2-B817-0AAB-4D7939409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47094"/>
            <a:ext cx="46101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13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8180-EEF9-D669-FC63-BDE887896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1D2F-5866-4F8E-4A04-39FE1102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перегрузки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0F0EF14-06FA-2B76-6F09-021C81059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вызов функции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function(13, 42);</a:t>
            </a:r>
          </a:p>
          <a:p>
            <a:pPr marL="0" indent="0">
              <a:buNone/>
            </a:pPr>
            <a:r>
              <a:rPr lang="ru-RU" sz="2000" dirty="0">
                <a:cs typeface="Consolas" panose="020B0609020204030204" pitchFamily="49" charset="0"/>
              </a:rPr>
              <a:t>рассматриваем все возможные варианты</a:t>
            </a:r>
            <a:endParaRPr lang="en-US" sz="2000" dirty="0">
              <a:cs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92DB74-EC29-025C-0BC9-3279769CC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04394"/>
            <a:ext cx="62484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51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9CEF1-9AE4-F7E5-DF48-6C88D013D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FF78-83A1-9B1B-4540-BB1975211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перегрузки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2A5DDC5-11F1-B3D3-925D-8A48ABB82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вызов функции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function(13, 42);</a:t>
            </a:r>
            <a:endParaRPr lang="ru-RU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cs typeface="Consolas" panose="020B0609020204030204" pitchFamily="49" charset="0"/>
              </a:rPr>
              <a:t>исключаем неподходящие по типам аргументов</a:t>
            </a:r>
            <a:endParaRPr lang="en-US" sz="2000" dirty="0">
              <a:cs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8A8A8-B6A8-4537-D7BD-8A02E0EAB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04394"/>
            <a:ext cx="62484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67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3CCC2-6068-08D8-0688-C32E334DE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E53E-8ED9-2C16-22A4-E28FD122D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перегрузки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90BA55-8D27-6A00-873D-37B5E2F11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вызов функции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function(13, 42);</a:t>
            </a:r>
            <a:endParaRPr lang="ru-RU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cs typeface="Consolas" panose="020B0609020204030204" pitchFamily="49" charset="0"/>
              </a:rPr>
              <a:t>остается один вариант</a:t>
            </a:r>
            <a:endParaRPr lang="en-US" sz="2000" dirty="0">
              <a:cs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907D83-8D6E-B66B-A568-13007F2B6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04394"/>
            <a:ext cx="62484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98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A9A1D-AF95-A015-7788-724B87D62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B0614-814D-54BF-7ED0-2F2BFB351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перегрузки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AD6156F-E66C-5083-AC3E-DEB0D900D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вызов функции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function(13, 42);</a:t>
            </a:r>
            <a:endParaRPr lang="ru-RU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cs typeface="Consolas" panose="020B0609020204030204" pitchFamily="49" charset="0"/>
              </a:rPr>
              <a:t>рассматриваем все возможные варианты</a:t>
            </a:r>
            <a:endParaRPr lang="en-US" sz="2000" dirty="0">
              <a:cs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CB9BCD-9DE9-10BA-1698-9BDB1B8F8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2894"/>
            <a:ext cx="62484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080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2788-A07F-3FB3-37B9-51340D0F2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58859-4C25-61CD-36BD-23418CACF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перегрузки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D133C37-FBA4-EAA9-C1AB-2A7514291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вызов функции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function(13, 42);</a:t>
            </a:r>
            <a:endParaRPr lang="ru-RU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cs typeface="Consolas" panose="020B0609020204030204" pitchFamily="49" charset="0"/>
              </a:rPr>
              <a:t>исключаем неподходящие по типам аргументов</a:t>
            </a:r>
            <a:endParaRPr lang="en-US" sz="2000" dirty="0"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4F86D1-1531-CB18-AAE5-DB5CF9DCF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2894"/>
            <a:ext cx="62484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27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CA239-085D-366E-BE3A-1EF52CAD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8A20-D96C-188A-036C-7A22803DB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перегрузки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913EB80-E3C0-915F-5C19-8FB0E19AB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вызов функции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function(13, 42);</a:t>
            </a:r>
            <a:endParaRPr lang="ru-RU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cs typeface="Consolas" panose="020B0609020204030204" pitchFamily="49" charset="0"/>
              </a:rPr>
              <a:t>нешаблонная функция приоритетнее шаблонной</a:t>
            </a:r>
            <a:endParaRPr lang="en-US" sz="2000" dirty="0"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2A5BC-88B2-32F2-AFD4-2F7A2B516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2894"/>
            <a:ext cx="62484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59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62785-0837-52DA-88ED-3BD07D172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DA37-7098-AEC0-8D7E-E4885098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SFINAE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1F15951-914B-D1E6-8475-BEEA64F25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Действует при перегрузке функции</a:t>
            </a:r>
          </a:p>
          <a:p>
            <a:pPr lvl="1"/>
            <a:r>
              <a:rPr lang="ru-RU" dirty="0"/>
              <a:t>только при составлении списка кандидатов функций</a:t>
            </a:r>
          </a:p>
          <a:p>
            <a:pPr lvl="1"/>
            <a:r>
              <a:rPr lang="ru-RU" dirty="0"/>
              <a:t>рассматривается исключительно сигнатура функции и ничего больше</a:t>
            </a:r>
          </a:p>
          <a:p>
            <a:pPr lvl="1"/>
            <a:r>
              <a:rPr lang="ru-RU" dirty="0"/>
              <a:t>никак не учитывается тело функции</a:t>
            </a:r>
          </a:p>
          <a:p>
            <a:r>
              <a:rPr lang="ru-RU" dirty="0"/>
              <a:t>Если подстановка аргументов даёт корректную функцию по сигнатуре, функция побеждает в перегрузке. Однако, если затем оказывается, что в теле функции есть какие-то проблемы, с которыми компилятор справится не может, то он выдаст ошибку</a:t>
            </a:r>
          </a:p>
          <a:p>
            <a:r>
              <a:rPr lang="en-US" b="1" dirty="0"/>
              <a:t>SFINAE - </a:t>
            </a:r>
            <a:r>
              <a:rPr lang="ru-RU" b="1" dirty="0"/>
              <a:t>это только про сигнатуру функции и выводимые параметры шаблона</a:t>
            </a:r>
          </a:p>
          <a:p>
            <a:r>
              <a:rPr lang="ru-RU" dirty="0"/>
              <a:t>Возвращаемый тип в функции </a:t>
            </a:r>
            <a:r>
              <a:rPr lang="ru-RU" b="1" dirty="0"/>
              <a:t>НЕ ЯВЛЯЕТСЯ </a:t>
            </a:r>
            <a:r>
              <a:rPr lang="ru-RU" dirty="0"/>
              <a:t>частью сигнатуры функции</a:t>
            </a:r>
          </a:p>
          <a:p>
            <a:r>
              <a:rPr lang="ru-RU" dirty="0"/>
              <a:t>Возвращаемый тип </a:t>
            </a:r>
            <a:r>
              <a:rPr lang="ru-RU" b="1" dirty="0"/>
              <a:t>ЯВЛЯЕТСЯ</a:t>
            </a:r>
            <a:r>
              <a:rPr lang="ru-RU" dirty="0"/>
              <a:t> частью сигнатуры шаблона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2546383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9F99F-8C2C-1CC7-70C3-AE26BBB8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91EE6-E7AA-F66C-550C-4020B6E3C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EnableIf</a:t>
            </a:r>
            <a:r>
              <a:rPr lang="en-US" dirty="0"/>
              <a:t> &amp; </a:t>
            </a:r>
            <a:r>
              <a:rPr lang="en-US" dirty="0" err="1"/>
              <a:t>IsSame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0F0503-F7B2-4DDB-A859-59CC370D1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BD3A13-295E-59F1-BA8A-7DF4B4E2E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8494"/>
            <a:ext cx="4343400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707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00AAF-A5F6-44AB-3DF8-38D8D0B45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3C35-6B5C-23CE-1BB8-450504CF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Ограничение</a:t>
            </a:r>
            <a:r>
              <a:rPr lang="en-US" dirty="0"/>
              <a:t> </a:t>
            </a:r>
            <a:r>
              <a:rPr lang="ru-RU" dirty="0"/>
              <a:t>для фундаментальных типов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56E909-A5BD-751C-35B6-84A44C5C8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CCCCFD-A6D3-2A13-DACB-BAE37335D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47094"/>
            <a:ext cx="62865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11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AB0E5-893A-4AF6-3375-E96A9F63C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6D27E-5AFB-46AD-CA9A-3CDD01F4F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Ограничение только для контейнеров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3D7B79-D7F0-7329-88EC-C76F98592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DACA7C-8ECB-85AD-42DF-B026F501B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47094"/>
            <a:ext cx="67310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27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59728-6B86-0CB2-DC54-632CFCF90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351EF-45CF-93CC-FE35-CD27ED89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наличия метода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DBEEA9-3D3F-2AFC-0150-112DF4CD3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CCBA8E-BA72-54B7-3C1F-0FFD30B35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83544"/>
            <a:ext cx="6642100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81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E9FD8-A7AF-D37D-89EE-EE31172E1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Curiously Recurring Template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3DED2-A274-B6EA-2B13-4866E3C0A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 </a:t>
            </a:r>
            <a:r>
              <a:rPr lang="ru-RU" dirty="0"/>
              <a:t>полиморфизм без </a:t>
            </a:r>
            <a:r>
              <a:rPr lang="en-US" dirty="0" err="1"/>
              <a:t>vtable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1B99D7-650D-E200-93BE-D35A3A675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9244"/>
            <a:ext cx="34417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796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488FC-3E57-3608-AD0B-B2EEF603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5112-CC7A-30C6-831B-42A9B39CE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D3E3F-203C-49D1-E32A-FA1641E10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515870-447A-B0A5-F426-26BCCB364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8674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429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86674-0619-A49B-A4B8-ED66B83D4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DAFCB-47CB-D90B-363C-39551EA86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92D1-2A29-5F8C-7B04-6F683C8CC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F5D666-39EF-01C6-1798-078A36131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7996"/>
            <a:ext cx="7772400" cy="428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176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CE3A6-EA4C-5012-0B67-A4ABC2F18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5CDF0-293D-89AF-90B1-1C933C510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Минусы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F8CD5-5D3D-5DEE-4288-B5C74C2F5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Нельзя безопасно использовать </a:t>
            </a:r>
            <a:r>
              <a:rPr lang="en-US" dirty="0"/>
              <a:t>CRTP-</a:t>
            </a:r>
            <a:r>
              <a:rPr lang="ru-RU" dirty="0"/>
              <a:t>методы в конструкторе базового</a:t>
            </a:r>
          </a:p>
          <a:p>
            <a:r>
              <a:rPr lang="ru-RU" dirty="0"/>
              <a:t>Ошибки компиляции могут быть трудно читаемыми</a:t>
            </a:r>
          </a:p>
          <a:p>
            <a:r>
              <a:rPr lang="ru-RU" dirty="0"/>
              <a:t>Не могут быть элементами гомогенных контейнеров, когда базовый класс с динамическим полиморфизмом – может 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std::vector&lt;std::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unique_ptr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&lt;Base&gt;&gt;</a:t>
            </a:r>
            <a:r>
              <a:rPr lang="ru-RU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32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323</Words>
  <Application>Microsoft Macintosh PowerPoint</Application>
  <PresentationFormat>Widescreen</PresentationFormat>
  <Paragraphs>56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Office Theme</vt:lpstr>
      <vt:lpstr>Проектирование больших систем на С++</vt:lpstr>
      <vt:lpstr>SFINAE</vt:lpstr>
      <vt:lpstr>Что выведем?</vt:lpstr>
      <vt:lpstr>Что выведем?</vt:lpstr>
      <vt:lpstr>Выбор перегрузки</vt:lpstr>
      <vt:lpstr>Выбор перегрузки</vt:lpstr>
      <vt:lpstr>Выбор перегрузки</vt:lpstr>
      <vt:lpstr>Выбор перегрузки</vt:lpstr>
      <vt:lpstr>Выбор перегрузки</vt:lpstr>
      <vt:lpstr>Выбор перегрузки</vt:lpstr>
      <vt:lpstr>SFINAE</vt:lpstr>
      <vt:lpstr>EnableIf &amp; IsSame</vt:lpstr>
      <vt:lpstr>Ограничение для фундаментальных типов</vt:lpstr>
      <vt:lpstr>Ограничение только для контейнеров</vt:lpstr>
      <vt:lpstr>Проверка наличия метода</vt:lpstr>
      <vt:lpstr>Curiously Recurring Template Pattern</vt:lpstr>
      <vt:lpstr>CRTP</vt:lpstr>
      <vt:lpstr>CRTP</vt:lpstr>
      <vt:lpstr>Минусы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18</cp:revision>
  <dcterms:created xsi:type="dcterms:W3CDTF">2026-01-15T18:00:40Z</dcterms:created>
  <dcterms:modified xsi:type="dcterms:W3CDTF">2026-01-15T19:34:03Z</dcterms:modified>
</cp:coreProperties>
</file>