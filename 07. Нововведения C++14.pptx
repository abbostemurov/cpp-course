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6" r:id="rId13"/>
    <p:sldId id="271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19357-4A69-ED2C-86FE-96A6F65037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586E40-388A-4FEE-868E-CD515D7D10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EB16F-9F02-1113-67E0-4BE0B1205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E1842-6149-CB40-A81C-8866726A721D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A95AE-F726-99F2-D2C3-C0D0D42AE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9E2F5-A84F-AB45-2E56-BDBB191B8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2ECA6-8A37-AD4D-82AE-21B806668B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591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26CC9-ED7C-70F9-0EDC-DAB84AB82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75006-7F50-F669-CC94-842FABAA9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50C22-1DBF-C0F6-2FFD-4410DECBF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E1842-6149-CB40-A81C-8866726A721D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E64C8-09BF-1732-FEEC-9335B2D78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53AA2-5655-2EF1-4391-8822AF20E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2ECA6-8A37-AD4D-82AE-21B806668B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704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EDFFB-A1F9-E771-0795-7104E60A1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072385-B3D4-B40F-FC50-F781F9BFD8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8A57E-79AC-3BFD-BBB4-7D47CE7CA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E1842-6149-CB40-A81C-8866726A721D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3EED07-45E1-688B-A60F-54EB094D4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46607-6F32-22D6-44B5-BEB7BB5B0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2ECA6-8A37-AD4D-82AE-21B806668B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978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C9B25-BA08-9B5C-9440-5246205FC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7B885-882E-150F-6F0A-DF8F6D43F0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8A4B0E-1C12-3C5F-9A55-6652F076E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9F5990-C625-3CBB-8134-AB6B898FB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E1842-6149-CB40-A81C-8866726A721D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C0BE3C-2EC3-2B6C-9A61-569B7ACDD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FCB5E1-1C4C-CAAE-32E5-2437CC329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2ECA6-8A37-AD4D-82AE-21B806668B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888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C3613-EF12-6456-3014-62AB64F22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2E0060-20D0-3098-4C07-84F9EFC49D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44EDBB-C311-93FC-7ECC-1BA83F7EB1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B7BA31-0F1F-0ABD-EFF8-B64CCC7C50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D7736D-AE9C-5896-152A-67B0F0BF1A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E6717A-075F-E822-05B3-E586B76D0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E1842-6149-CB40-A81C-8866726A721D}" type="datetimeFigureOut">
              <a:rPr lang="en-US" smtClean="0"/>
              <a:t>1/15/26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5CB4E-0F27-5F4F-F0AE-FB86507DD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106F28-DEDA-06AE-52AB-1359B5219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2ECA6-8A37-AD4D-82AE-21B806668B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385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B54D0-82D8-74E5-9019-4489A23F2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CBB62E-CC76-2C68-CD30-3C787D4C4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E1842-6149-CB40-A81C-8866726A721D}" type="datetimeFigureOut">
              <a:rPr lang="en-US" smtClean="0"/>
              <a:t>1/15/26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810464-965D-B27E-CA65-E4658D805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0F90D7-3305-C9EC-D54E-B44978A89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2ECA6-8A37-AD4D-82AE-21B806668B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156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A5C9E6-2A71-CBA6-B02F-34D1E6B9A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E1842-6149-CB40-A81C-8866726A721D}" type="datetimeFigureOut">
              <a:rPr lang="en-US" smtClean="0"/>
              <a:t>1/15/26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7B83FD-49E6-0F17-340C-6C3FB397A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A5EB59-11C3-D3BC-72FE-5986364EA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2ECA6-8A37-AD4D-82AE-21B806668B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087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FB948-7C5B-DDE1-48B6-6280C8545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A28AF-D3F8-706B-AF4A-043F9017D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5BB336-BC6C-306D-9CF6-35FD3CB0FE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269BAA-8CF0-FA03-2D6F-444A6E0AB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E1842-6149-CB40-A81C-8866726A721D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0D5FD3-31A6-5DFA-AD6D-CA9376874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BB648F-5CE5-2B4E-22BC-A42EDD925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2ECA6-8A37-AD4D-82AE-21B806668B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481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0E625-DD59-1669-C256-1B38B461C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8D9C14-00E4-EBBF-62EF-E63964A2A5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B66593-11CB-49CC-01AC-2FEE237DCB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EC173F-2E76-A8B5-8B5A-B5E1B49BB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E1842-6149-CB40-A81C-8866726A721D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AF5AA3-E653-70E1-2860-E8D45710E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DEDBB4-5E15-E7A1-1209-399D8DA83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2ECA6-8A37-AD4D-82AE-21B806668B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863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F8CBF-DD5C-4912-23C2-49FFE0E0B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7A8162-D7C1-82B1-2A98-3E240C7548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7E0E2-1434-3A84-CB74-4AD05E167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E1842-6149-CB40-A81C-8866726A721D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EEFF1A-9720-64CE-BD86-05D3274C4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081EB-3126-1037-F3AD-36C163BE1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2ECA6-8A37-AD4D-82AE-21B806668B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898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D1EEFF-5078-214D-E1B5-3E22B61701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6EB353-52A2-8430-26E0-BDF2867EC4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21F33-945F-3AAD-64AB-0DD7DEA62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E1842-6149-CB40-A81C-8866726A721D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9A86F-3A5B-369F-2E7F-656A541C5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04789-548A-187A-25D3-8B5D031C8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2ECA6-8A37-AD4D-82AE-21B806668B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082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70DBE-8CEE-712B-456D-709730EFB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6DDBD-6AEE-3AC0-887A-A500CA3B08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DDA3A-84E9-EC94-A4E5-2131D24CDF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9E1842-6149-CB40-A81C-8866726A721D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DE02F-00D7-43A5-A14B-B26AE02BEC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BE0FCE-A940-B1C3-0870-77D89E6587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82ECA6-8A37-AD4D-82AE-21B806668B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622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A6BA6-F3D4-4C2D-F2B9-3FE5B5D0C2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Проектирование больших систем на С++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A92580-5D6A-1CBF-F7C3-F5F16BF6F8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январь 2026</a:t>
            </a:r>
          </a:p>
          <a:p>
            <a:r>
              <a:rPr lang="ru-RU" dirty="0"/>
              <a:t>Нововведения С++1</a:t>
            </a:r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797463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DDC4F-B90E-1985-00D2-1374BEDBD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 </a:t>
            </a:r>
            <a:r>
              <a:rPr lang="ru-RU" dirty="0"/>
              <a:t>как возвращаемый тип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17C68-0E19-B29D-3EA4-337FA779C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0" y="1825625"/>
            <a:ext cx="50673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41F4EE-B6A4-9E4E-579C-6EEE007AB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32894"/>
            <a:ext cx="5067300" cy="233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209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13FC6-3244-C48B-7E5B-855BB19D6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5D22A-6862-97ED-2C42-D7A6E4FED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Обобщенная </a:t>
            </a:r>
            <a:r>
              <a:rPr lang="en-US" dirty="0"/>
              <a:t>lambda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068D1-A600-A93F-B43F-8F801826E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9530D6-FCA9-91D3-A29F-794A4A2A0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75794"/>
            <a:ext cx="3848100" cy="165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748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5F2C2-4C6F-CBB1-DEDC-B1DB72BF0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889C1-5382-C69C-1EC7-27548FF98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Обобщенная </a:t>
            </a:r>
            <a:r>
              <a:rPr lang="en-US" dirty="0"/>
              <a:t>lambda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79F8E-02D2-2E16-0748-BAD46039D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1E4721-2F87-08B1-897A-548D1557E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31294"/>
            <a:ext cx="46355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473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786E4-50CC-3DE0-6CC3-D278541AE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B842C-C231-B584-7D24-F5F016AC0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decltype</a:t>
            </a:r>
            <a:r>
              <a:rPr lang="en-US" dirty="0"/>
              <a:t>(auto)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DB1CC-DD58-263F-C1D5-C65530869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B53B9F-C006-BF09-4F7A-FC9706733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89994"/>
            <a:ext cx="3911600" cy="302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571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F6EB2-496B-2724-98BF-EE0E9643D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3EBFE-27C9-6695-D838-70DB8AFDE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capture-list</a:t>
            </a:r>
            <a:r>
              <a:rPr lang="ru-RU" dirty="0"/>
              <a:t> с инициализацией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6E43D-CD7F-79BB-4E26-6D7BEEBF8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12D9FD-6E6F-DBA6-F3B3-FEDACC8B0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69344"/>
            <a:ext cx="6464300" cy="326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075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28211-B68D-88AD-5763-6CA4E5222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FF208-0714-1296-76A7-5DF823877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capture-list </a:t>
            </a:r>
            <a:r>
              <a:rPr lang="ru-RU" dirty="0"/>
              <a:t>с </a:t>
            </a:r>
            <a:r>
              <a:rPr lang="en-US" dirty="0" err="1"/>
              <a:t>rvalue</a:t>
            </a:r>
            <a:r>
              <a:rPr lang="en-US" dirty="0"/>
              <a:t>-reference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09A85-5340-1E5A-BC97-539D86222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CF29B0-92DC-D777-F6CA-65B2D41DB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98044"/>
            <a:ext cx="4064000" cy="12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863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E6C8D-B198-0C71-7041-41F642F57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3B74C-3004-C40E-C8EC-0AE1AB9C0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Расширенный </a:t>
            </a:r>
            <a:r>
              <a:rPr lang="en-US" dirty="0" err="1"/>
              <a:t>constexpr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D9FEA-1CDC-3B66-615D-C7EF1C4DE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536669-E588-CB49-E417-54D09708F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62994"/>
            <a:ext cx="414020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184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CDA4F-F486-2C8F-0E29-C988B98BB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B1EB2-8CE3-6D84-ABFD-C58A250BA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Шаблоны переменных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80465-95F4-FD75-DFEB-C9E24D011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CE575F-340E-A302-726E-DF458E9DE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89586"/>
            <a:ext cx="4140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718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B4E7D-A441-ADB9-891F-64A8F7C5A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6B98B-70D7-BEC9-ED9A-F1DD08E9C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Литералы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74F1C-8889-84B5-07D5-65B953E10D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F98615-56FB-A6F2-C224-5B61C391C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18594"/>
            <a:ext cx="6057900" cy="256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571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A3F47-6CB7-90D7-AACA-C6C940DFA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934BE-1B34-DDE0-12E9-CE1F07974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Литералы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42DC7-162E-9D7F-4C97-AFD4F6EE1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58660E-F6D1-4A26-AC19-41C072174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40744"/>
            <a:ext cx="6718300" cy="372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7570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406B2-733A-DE1E-9B0C-23B03AE48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16A8A-72FA-CA91-134B-6D10DDEA1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make_unique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53BDA-490F-CDF8-67C6-437E61A01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2D1B46-C96C-E72E-3696-E1D2DEDF7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98044"/>
            <a:ext cx="3543300" cy="12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0638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15058-2DEA-6DBD-6A8F-41AA5C818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77EDA-0CAC-A23E-22C0-8DAEB6867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 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4313D-229F-D45A-AD93-073E067F7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AAA784-DEEE-0830-F39E-734A2F720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740944"/>
            <a:ext cx="6121400" cy="52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1521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36344-FBC7-DB06-72BF-EB3F5B3C2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BF13E-DE55-F0F3-BCC5-86E42EA60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std::quoted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AADC0-B8D8-FAE7-46F5-017E1D53A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7CE3D4-B6CA-DBC6-7D7E-71997D583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55044"/>
            <a:ext cx="7188200" cy="349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4290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A8AEF-B0B5-2E3C-836E-800675880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6E16A-C398-5054-7B11-99798BA31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std::quoted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B2D9F-A377-F7FD-E48E-9E1395FE8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BAF166-6882-DB19-EFBC-A2D1D62C5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55044"/>
            <a:ext cx="7188200" cy="349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344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62</Words>
  <Application>Microsoft Macintosh PowerPoint</Application>
  <PresentationFormat>Widescreen</PresentationFormat>
  <Paragraphs>31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Проектирование больших систем на С++</vt:lpstr>
      <vt:lpstr>auto как возвращаемый тип</vt:lpstr>
      <vt:lpstr>Обобщенная lambda</vt:lpstr>
      <vt:lpstr>Обобщенная lambda</vt:lpstr>
      <vt:lpstr>decltype(auto)</vt:lpstr>
      <vt:lpstr>capture-list с инициализацией</vt:lpstr>
      <vt:lpstr>capture-list с rvalue-reference</vt:lpstr>
      <vt:lpstr>Расширенный constexpr</vt:lpstr>
      <vt:lpstr>Шаблоны переменных</vt:lpstr>
      <vt:lpstr>Литералы</vt:lpstr>
      <vt:lpstr>Литералы</vt:lpstr>
      <vt:lpstr>make_unique</vt:lpstr>
      <vt:lpstr>operator delete</vt:lpstr>
      <vt:lpstr>std::quoted</vt:lpstr>
      <vt:lpstr>std::quoted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26</cp:revision>
  <dcterms:created xsi:type="dcterms:W3CDTF">2026-01-15T15:33:59Z</dcterms:created>
  <dcterms:modified xsi:type="dcterms:W3CDTF">2026-01-15T19:34:05Z</dcterms:modified>
</cp:coreProperties>
</file>